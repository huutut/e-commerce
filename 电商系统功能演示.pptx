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387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000" y="864000"/>
            <a:ext cx="792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82230"/>
                </a:solidFill>
                <a:latin typeface="Microsoft YaHei"/>
              </a:rPr>
              <a:t>数据驱动电商系统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000" y="1386000"/>
            <a:ext cx="360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项目功能演示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000" y="1800000"/>
            <a:ext cx="9000000" cy="2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Microsoft YaHei"/>
              </a:rPr>
              <a:t>一个可运行的中文前台商城 + 中文运营后台，覆盖商品、购物车、订单、支付、物流、售后和报表。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000" y="2916000"/>
            <a:ext cx="2448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3078000"/>
            <a:ext cx="2124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前台商城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3438000"/>
            <a:ext cx="2124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浏览商品、加购、下单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0" y="2916000"/>
            <a:ext cx="2448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82000" y="3078000"/>
            <a:ext cx="2124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运营后台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2000" y="3438000"/>
            <a:ext cx="2124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商品、订单、客户、售后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000" y="2916000"/>
            <a:ext cx="2448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2000" y="3078000"/>
            <a:ext cx="2124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交易闭环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0" y="3438000"/>
            <a:ext cx="2124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支付、发货、退款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0" y="2916000"/>
            <a:ext cx="2448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62000" y="3078000"/>
            <a:ext cx="2124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数据运营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000" y="3438000"/>
            <a:ext cx="2124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报表、审计、监控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324000"/>
            <a:ext cx="90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前台商城功能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37999"/>
            <a:ext cx="11088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8000" y="835200"/>
            <a:ext cx="10440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给买家使用，完成从浏览商品到提交订单的流程。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" y="1242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4000" y="1404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商品浏览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000" y="1764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展示已上架商品、价格、库存、图片和描述。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1242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8000" y="1404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买家身份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8000" y="1764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通过邮箱创建或载入买家，方便测试不同客户。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" y="3114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000" y="3276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购物车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" y="3636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使用 Redis 保存购物车，支持选择商品和数量。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3114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8000" y="3276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提交订单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000" y="3636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购物车结算后生成订单，并展示订单确认页。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324000"/>
            <a:ext cx="90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中文运营后台功能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37999"/>
            <a:ext cx="11088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8000" y="835200"/>
            <a:ext cx="10440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给运营人员使用，管理商品、订单、客户和售后。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" y="1242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4000" y="1404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商品管理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000" y="1764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新增商品、编辑价格库存、上下架、上传商品图片。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1242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8000" y="1404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8000" y="1764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设置低库存阈值，记录每次库存调整原因。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" y="3114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000" y="3276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客户管理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" y="3636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查看客户列表、搜索客户、查看历史订单和累计消费。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3114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8000" y="3276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订单管理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000" y="3636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按状态、客户、日期筛选订单，支持 CSV 导出。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324000"/>
            <a:ext cx="90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订单与交易流程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37999"/>
            <a:ext cx="11088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8000" y="835200"/>
            <a:ext cx="10440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演示重点是完整交易闭环，而不是单个页面。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" y="2448000"/>
            <a:ext cx="1440000" cy="558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商品上架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2000" y="2728800"/>
            <a:ext cx="360000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48000" y="2448000"/>
            <a:ext cx="1440000" cy="558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买家加购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8000" y="2728800"/>
            <a:ext cx="360000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83999" y="2448000"/>
            <a:ext cx="1440000" cy="558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提交订单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23999" y="2728800"/>
            <a:ext cx="360000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0000" y="2448000"/>
            <a:ext cx="1440000" cy="558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发起支付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60000" y="2728800"/>
            <a:ext cx="360000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999" y="2448000"/>
            <a:ext cx="1440000" cy="558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后台发货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95999" y="2728800"/>
            <a:ext cx="360000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92000" y="2448000"/>
            <a:ext cx="1440000" cy="558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售后退款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744000"/>
            <a:ext cx="1044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Microsoft YaHei"/>
              </a:rPr>
              <a:t>后台可模拟支付成功，也预留真实支付 checkout 和签名 Webhook。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121999"/>
            <a:ext cx="1044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Microsoft YaHei"/>
              </a:rPr>
              <a:t>发货后记录承运商、物流单号和追踪链接；售后完成后可标记退款。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324000"/>
            <a:ext cx="90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运营与安全能力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37999"/>
            <a:ext cx="11088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8000" y="835200"/>
            <a:ext cx="10440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除了业务流程，还提供后台管理和运维基础能力。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" y="1242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4000" y="1404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权限控制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000" y="1764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管理员登录，Owner / Operator 角色权限矩阵。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1242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8000" y="1404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API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8000" y="1764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外部系统通过 API Key 调用接口，可启停和限流。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" y="3114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000" y="3276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审计日志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" y="3636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记录登录失败、商品、库存、订单、支付、售后等关键操作。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3114000"/>
            <a:ext cx="5184000" cy="140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8000" y="3276000"/>
            <a:ext cx="4860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监控状态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000" y="3636000"/>
            <a:ext cx="4860000" cy="39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提供健康检查、运行状态和 Prometheus 风格指标。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182</Words>
  <Application>Microsoft Office PowerPoint</Application>
  <PresentationFormat>宽屏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Microsoft 帐户</cp:lastModifiedBy>
  <cp:revision>3</cp:revision>
  <dcterms:created xsi:type="dcterms:W3CDTF">2013-01-27T09:14:16Z</dcterms:created>
  <dcterms:modified xsi:type="dcterms:W3CDTF">2026-08-02T13:50:20Z</dcterms:modified>
  <cp:category/>
</cp:coreProperties>
</file>